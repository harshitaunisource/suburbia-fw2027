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SUBURBIA MEXICO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</a:rPr>
              <a:t>FW2027 WOMEN'S COLLECTION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Market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This season's collection responds to emerging silhouettes and styling directions observed across the women's sweater and blouse market, curated into a focused, commercially-ready assortment.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</a:rPr>
              <a:t>Collection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Total Styles: 1
Sweater Styles: 1
Blouse Styles: 0
Key Colors: 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56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3411740" cy="5120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5349240"/>
            <a:ext cx="3411740" cy="411480"/>
          </a:xfrm>
          <a:prstGeom prst="rect">
            <a:avLst/>
          </a:prstGeom>
          <a:solidFill>
            <a:srgbClr val="B4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REFERENCE — competitor sourced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6400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</a:rPr>
              <a:t>WRAP KNIT CARDIGAN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Model height: 174 cm
V-neck cardigan with long sleeves. Featuring a front wrap design with matching fabric tie and gold-tone buckle fastening.
Target Price: $2,950.00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Sample Selection  →  Commercial Discussion  →  Style Confirmation  →  Order Placement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