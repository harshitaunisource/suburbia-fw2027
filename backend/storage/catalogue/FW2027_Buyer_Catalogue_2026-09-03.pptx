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SUBURBIA MEXICO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CCCC"/>
                </a:solidFill>
              </a:rPr>
              <a:t>FW2027 WOMEN'S COLLECTION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Market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This season's collection responds to emerging silhouettes and styling directions observed across the women's sweater and blouse market, curated into a focused, commercially-ready assortment.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</a:rPr>
              <a:t>Collection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</a:rPr>
              <a:t>Total Styles: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433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48640"/>
            <a:ext cx="3566160" cy="4754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394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1A"/>
                </a:solidFill>
              </a:rPr>
              <a:t>WIDE SHORT SLEEVE KNIT 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15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1A"/>
                </a:solidFill>
              </a:rPr>
              <a:t>Model height: 177 cm
Top featuring a round neck and wide short sleeves.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</a:rPr>
              <a:t>Target Price: USD 2,050.00</a:t>
            </a:r>
          </a:p>
        </p:txBody>
      </p:sp>
      <p:pic>
        <p:nvPicPr>
          <p:cNvPr id="6" name="Picture 5" descr="0214227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548640"/>
            <a:ext cx="356616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43400" y="5394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1A"/>
                </a:solidFill>
              </a:rPr>
              <a:t>V-NECK KNIT JUMPER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5715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1A"/>
                </a:solidFill>
              </a:rPr>
              <a:t>V-neck jumper with long sleeves ending in cuffs and wide armholes.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6035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</a:rPr>
              <a:t>Target Price: USD 2,950.00</a:t>
            </a:r>
          </a:p>
        </p:txBody>
      </p:sp>
      <p:pic>
        <p:nvPicPr>
          <p:cNvPr id="10" name="Picture 9" descr="0214227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548640"/>
            <a:ext cx="3566160" cy="475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0" y="5394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1A"/>
                </a:solidFill>
              </a:rPr>
              <a:t>V-NECK KNIT JUMPER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5715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1A"/>
                </a:solidFill>
              </a:rPr>
              <a:t>V-neck jumper with long sleeves ending in cuffs and wide armholes.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035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</a:rPr>
              <a:t>Target Price: USD 2,950.00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VSC003-1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48640"/>
            <a:ext cx="3566160" cy="4754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394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1A"/>
                </a:solidFill>
              </a:rPr>
              <a:t>Textilón - Tienda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15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</a:rPr>
              <a:t>Target Price: BOB 299.00</a:t>
            </a:r>
          </a:p>
        </p:txBody>
      </p:sp>
      <p:pic>
        <p:nvPicPr>
          <p:cNvPr id="5" name="Picture 4" descr="NVSC005-1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548640"/>
            <a:ext cx="356616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43400" y="5394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1A"/>
                </a:solidFill>
              </a:rPr>
              <a:t>Textilón - Tienda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5715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</a:rPr>
              <a:t>Target Price: BOB 369.00</a:t>
            </a:r>
          </a:p>
        </p:txBody>
      </p:sp>
      <p:pic>
        <p:nvPicPr>
          <p:cNvPr id="8" name="Picture 7" descr="NVC052-1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548640"/>
            <a:ext cx="3566160" cy="4754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5394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1A"/>
                </a:solidFill>
              </a:rPr>
              <a:t>Textilón - Tienda online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5715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</a:rPr>
              <a:t>Target Price: BOB 499.00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Sample Selection  →  Commercial Discussion  →  Style Confirmation  →  Order Placement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