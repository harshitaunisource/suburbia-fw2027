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SUBURBIA MEXICO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</a:rPr>
              <a:t>FW2027 WOMEN'S COLLECTION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Market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This season's collection responds to emerging silhouettes and styling directions observed across the women's sweater and blouse market, curated into a focused, commercially-ready assortment.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</a:rPr>
              <a:t>Collection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</a:rPr>
              <a:t>Total Styles: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33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8640"/>
            <a:ext cx="3566160" cy="4754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394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</a:rPr>
              <a:t>WIDE SHORT SLEEVE KNIT 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15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</a:rPr>
              <a:t>Model height: 177 cm
Top featuring a round neck and wide short sleeves.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</a:rPr>
              <a:t>Target Price: USD 2,050.00</a:t>
            </a:r>
          </a:p>
        </p:txBody>
      </p:sp>
      <p:pic>
        <p:nvPicPr>
          <p:cNvPr id="6" name="Picture 5" descr="027560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548640"/>
            <a:ext cx="356616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5394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</a:rPr>
              <a:t>WRAP KNIT CARDIGAN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5715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</a:rPr>
              <a:t>Model height: 174 cm
V-neck cardigan with long sleeves. Featuring a front wrap design with matching fabric tie and gold-tone buckle fastening.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6035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</a:rPr>
              <a:t>Target Price: USD 2,950.00</a:t>
            </a:r>
          </a:p>
        </p:txBody>
      </p:sp>
      <p:pic>
        <p:nvPicPr>
          <p:cNvPr id="10" name="Picture 9" descr="039201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548640"/>
            <a:ext cx="3566160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0" y="5394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</a:rPr>
              <a:t>KNIT JUMPER WITH VOLUMINOUS SLEEVES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715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</a:rPr>
              <a:t>Jumper with a boat neck and long sleeves with wide armholes. Fitted combined 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035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</a:rPr>
              <a:t>Target Price: USD 2,550.00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7711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8640"/>
            <a:ext cx="3566160" cy="4754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394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</a:rPr>
              <a:t>STRIPED WOOL AND CASHMERE JUMPER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15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</a:rPr>
              <a:t>Model height: 174 cm
Jumper made of wool and cashmere. Featuring a round neck, long sleeves and button fastening at the front.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</a:rPr>
              <a:t>Target Price: USD 8,550.00</a:t>
            </a:r>
          </a:p>
        </p:txBody>
      </p:sp>
      <p:pic>
        <p:nvPicPr>
          <p:cNvPr id="6" name="Picture 5" descr="057550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548640"/>
            <a:ext cx="356616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5394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</a:rPr>
              <a:t>STRIPED KNIT POLO SHIRT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5715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</a:rPr>
              <a:t>Model height: 179 cm
Short sleeve top with a polo collar and front button fastening.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6035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</a:rPr>
              <a:t>Target Price: USD 2,350.00</a:t>
            </a:r>
          </a:p>
        </p:txBody>
      </p:sp>
      <p:pic>
        <p:nvPicPr>
          <p:cNvPr id="10" name="Picture 9" descr="034330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548640"/>
            <a:ext cx="3566160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0" y="5394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</a:rPr>
              <a:t>WIDE SHORT SLEEVE KNIT 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715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</a:rPr>
              <a:t>Model height: 177 cm
Top featuring a round neck and wide short sleeves.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035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</a:rPr>
              <a:t>Target Price: USD 2,050.00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Sample Selection  →  Commercial Discussion  →  Style Confirmation  →  Order Placement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